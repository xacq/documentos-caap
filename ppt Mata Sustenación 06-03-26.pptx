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9" r:id="rId2"/>
    <p:sldId id="270" r:id="rId3"/>
    <p:sldId id="256" r:id="rId4"/>
    <p:sldId id="281" r:id="rId5"/>
    <p:sldId id="302" r:id="rId6"/>
    <p:sldId id="303" r:id="rId7"/>
    <p:sldId id="307" r:id="rId8"/>
    <p:sldId id="304" r:id="rId9"/>
    <p:sldId id="305" r:id="rId10"/>
    <p:sldId id="306" r:id="rId11"/>
    <p:sldId id="308" r:id="rId12"/>
    <p:sldId id="309" r:id="rId13"/>
    <p:sldId id="310" r:id="rId14"/>
    <p:sldId id="311" r:id="rId15"/>
    <p:sldId id="313" r:id="rId16"/>
    <p:sldId id="312" r:id="rId17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033" autoAdjust="0"/>
  </p:normalViewPr>
  <p:slideViewPr>
    <p:cSldViewPr snapToGrid="0" snapToObjects="1">
      <p:cViewPr varScale="1">
        <p:scale>
          <a:sx n="69" d="100"/>
          <a:sy n="69" d="100"/>
        </p:scale>
        <p:origin x="677" y="9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579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3DAFB-16F8-4BE1-8F7D-D8D2EDB93504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92767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674906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3BAE0-D3AD-C9C9-AE01-462C6DF3B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5E09C77-FC91-1F02-F060-A86F72B59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2943841-FCEF-66E4-054A-8C64B6F96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742305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7112A-47D4-0BE6-2A7D-328D97CEA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76E6626-AB18-1C80-2E5F-0D1DEB8AD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B2654EA-C112-D5F7-DE16-B8EE84652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112641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8D39E-20E3-1EB8-818E-338A6BB55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A3449A6-497B-1FA9-4C55-06176E0B0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E1685D7-E725-0654-B0E9-D8165EAE9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275396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1F9BC-4AC7-D99D-DC5B-CE34EF8B5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2F19BBD-2A3D-0AF2-8EBA-36E19EBA1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DAC538A-3B35-19CD-1A0C-A9E211E99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690468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70544-52AB-CE1F-902D-FBBF6B26E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FF032A8-6B5C-5767-51A8-1A8041394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4DB0A8A-B0C0-616F-8B15-050E58CF6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023334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7A976-60A1-2A8A-2744-0D7CAF016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05E4FCA-2DAB-BBF2-299C-C75E119994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814CA8F-5BA3-A707-8438-1B40FF9FE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717713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B801F-B13F-A680-53A0-D9DDFF626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983C981-9A7C-7AE8-A88C-CE5AAD67D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9C7C22B-B033-9AD0-570A-6796323CB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471523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C1ACC-7BBB-04AF-6F79-4592D995C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E1F178B-1059-8A15-FE9D-68F725CB7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1B7DE26-6818-C29F-B06C-4E4B6B77C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2171226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FAC5-F7B7-3812-1E94-588ED4AC0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596A336-D5DE-897F-2262-A220A8221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2CE51F-771B-EF24-F647-B18E7C52B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0381104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2F96F-CD3B-EDAE-9115-F0515E0A6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34682C5-172A-FB65-216C-3DF99BAB7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726D141-B9C0-751B-38BD-E334EB525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8932345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64E63-1006-2130-D0DB-719C53ED2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C9E358-9547-BB70-8051-D8DE06DAF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1F9DFEF-7D0F-404E-77A6-9DBAF3DD6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6288008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7EDBF-5E00-AC44-B51C-CB04F9E26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F59E1D5-432F-0551-74C5-253DD4CFD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6BEF630-F1FC-6030-08AA-7F8D403C2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988246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Ad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pHolder1">
            <a:extLst>
              <a:ext uri="{FF2B5EF4-FFF2-40B4-BE49-F238E27FC236}">
                <a16:creationId xmlns:a16="http://schemas.microsoft.com/office/drawing/2014/main" id="{EE376EC3-0ED3-4BF1-819C-4CE51C4B70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4630400" cy="8229600"/>
          </a:xfrm>
          <a:custGeom>
            <a:avLst/>
            <a:gdLst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txBody>
          <a:bodyPr rtlCol="0" anchor="ctr" anchorCtr="1"/>
          <a:lstStyle>
            <a:lvl1pPr>
              <a:defRPr lang="en-ID" sz="72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marL="0" lvl="0" algn="ctr" defTabSz="548640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52581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Ad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pHolder1">
            <a:extLst>
              <a:ext uri="{FF2B5EF4-FFF2-40B4-BE49-F238E27FC236}">
                <a16:creationId xmlns:a16="http://schemas.microsoft.com/office/drawing/2014/main" id="{4088F4C9-FF5F-4149-9782-F718B9BFE4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26329" y="1375924"/>
            <a:ext cx="6924547" cy="5477753"/>
          </a:xfrm>
          <a:custGeom>
            <a:avLst/>
            <a:gdLst>
              <a:gd name="connsiteX0" fmla="*/ 2797340 w 4327842"/>
              <a:gd name="connsiteY0" fmla="*/ 282 h 4564794"/>
              <a:gd name="connsiteX1" fmla="*/ 3329941 w 4327842"/>
              <a:gd name="connsiteY1" fmla="*/ 168884 h 4564794"/>
              <a:gd name="connsiteX2" fmla="*/ 3849244 w 4327842"/>
              <a:gd name="connsiteY2" fmla="*/ 706202 h 4564794"/>
              <a:gd name="connsiteX3" fmla="*/ 3802118 w 4327842"/>
              <a:gd name="connsiteY3" fmla="*/ 3965926 h 4564794"/>
              <a:gd name="connsiteX4" fmla="*/ 3317965 w 4327842"/>
              <a:gd name="connsiteY4" fmla="*/ 4439819 h 4564794"/>
              <a:gd name="connsiteX5" fmla="*/ 2661236 w 4327842"/>
              <a:gd name="connsiteY5" fmla="*/ 4532531 h 4564794"/>
              <a:gd name="connsiteX6" fmla="*/ 2063824 w 4327842"/>
              <a:gd name="connsiteY6" fmla="*/ 4076577 h 4564794"/>
              <a:gd name="connsiteX7" fmla="*/ 1441384 w 4327842"/>
              <a:gd name="connsiteY7" fmla="*/ 3564801 h 4564794"/>
              <a:gd name="connsiteX8" fmla="*/ 832406 w 4327842"/>
              <a:gd name="connsiteY8" fmla="*/ 3192579 h 4564794"/>
              <a:gd name="connsiteX9" fmla="*/ 449929 w 4327842"/>
              <a:gd name="connsiteY9" fmla="*/ 3041017 h 4564794"/>
              <a:gd name="connsiteX10" fmla="*/ 126132 w 4327842"/>
              <a:gd name="connsiteY10" fmla="*/ 2707905 h 4564794"/>
              <a:gd name="connsiteX11" fmla="*/ 98665 w 4327842"/>
              <a:gd name="connsiteY11" fmla="*/ 2657176 h 4564794"/>
              <a:gd name="connsiteX12" fmla="*/ 111236 w 4327842"/>
              <a:gd name="connsiteY12" fmla="*/ 1777693 h 4564794"/>
              <a:gd name="connsiteX13" fmla="*/ 775976 w 4327842"/>
              <a:gd name="connsiteY13" fmla="*/ 1184719 h 4564794"/>
              <a:gd name="connsiteX14" fmla="*/ 1565283 w 4327842"/>
              <a:gd name="connsiteY14" fmla="*/ 746497 h 4564794"/>
              <a:gd name="connsiteX15" fmla="*/ 2611096 w 4327842"/>
              <a:gd name="connsiteY15" fmla="*/ 16060 h 4564794"/>
              <a:gd name="connsiteX16" fmla="*/ 2797340 w 4327842"/>
              <a:gd name="connsiteY16" fmla="*/ 282 h 456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27842" h="4564794">
                <a:moveTo>
                  <a:pt x="2797340" y="282"/>
                </a:moveTo>
                <a:cubicBezTo>
                  <a:pt x="2984319" y="5001"/>
                  <a:pt x="3170587" y="68707"/>
                  <a:pt x="3329941" y="168884"/>
                </a:cubicBezTo>
                <a:cubicBezTo>
                  <a:pt x="3542417" y="302455"/>
                  <a:pt x="3711078" y="496683"/>
                  <a:pt x="3849244" y="706202"/>
                </a:cubicBezTo>
                <a:cubicBezTo>
                  <a:pt x="4504168" y="1699434"/>
                  <a:pt x="4485482" y="2992049"/>
                  <a:pt x="3802118" y="3965926"/>
                </a:cubicBezTo>
                <a:cubicBezTo>
                  <a:pt x="3671321" y="4152274"/>
                  <a:pt x="3515089" y="4325948"/>
                  <a:pt x="3317965" y="4439819"/>
                </a:cubicBezTo>
                <a:cubicBezTo>
                  <a:pt x="3120840" y="4553691"/>
                  <a:pt x="2877997" y="4602093"/>
                  <a:pt x="2661236" y="4532531"/>
                </a:cubicBezTo>
                <a:cubicBezTo>
                  <a:pt x="2414337" y="4453250"/>
                  <a:pt x="2246692" y="4247188"/>
                  <a:pt x="2063824" y="4076577"/>
                </a:cubicBezTo>
                <a:cubicBezTo>
                  <a:pt x="1867448" y="3893350"/>
                  <a:pt x="1655008" y="3727711"/>
                  <a:pt x="1441384" y="3564801"/>
                </a:cubicBezTo>
                <a:cubicBezTo>
                  <a:pt x="1251458" y="3420016"/>
                  <a:pt x="1056505" y="3275179"/>
                  <a:pt x="832406" y="3192579"/>
                </a:cubicBezTo>
                <a:cubicBezTo>
                  <a:pt x="701212" y="3144209"/>
                  <a:pt x="568921" y="3115782"/>
                  <a:pt x="449929" y="3041017"/>
                </a:cubicBezTo>
                <a:cubicBezTo>
                  <a:pt x="316714" y="2957711"/>
                  <a:pt x="205627" y="2843427"/>
                  <a:pt x="126132" y="2707905"/>
                </a:cubicBezTo>
                <a:cubicBezTo>
                  <a:pt x="116396" y="2691312"/>
                  <a:pt x="107240" y="2674405"/>
                  <a:pt x="98665" y="2657176"/>
                </a:cubicBezTo>
                <a:cubicBezTo>
                  <a:pt x="-37352" y="2384451"/>
                  <a:pt x="-32337" y="2046310"/>
                  <a:pt x="111236" y="1777693"/>
                </a:cubicBezTo>
                <a:cubicBezTo>
                  <a:pt x="253243" y="1511985"/>
                  <a:pt x="511236" y="1328522"/>
                  <a:pt x="775976" y="1184719"/>
                </a:cubicBezTo>
                <a:cubicBezTo>
                  <a:pt x="1040718" y="1040916"/>
                  <a:pt x="1322914" y="925485"/>
                  <a:pt x="1565283" y="746497"/>
                </a:cubicBezTo>
                <a:cubicBezTo>
                  <a:pt x="1911322" y="490929"/>
                  <a:pt x="2189233" y="101007"/>
                  <a:pt x="2611096" y="16060"/>
                </a:cubicBezTo>
                <a:cubicBezTo>
                  <a:pt x="2672610" y="3691"/>
                  <a:pt x="2735014" y="-1291"/>
                  <a:pt x="2797340" y="282"/>
                </a:cubicBez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 w="1656" cap="flat">
            <a:noFill/>
            <a:prstDash val="solid"/>
            <a:miter/>
          </a:ln>
        </p:spPr>
        <p:txBody>
          <a:bodyPr rtlCol="0" anchor="ctr" anchorCtr="1"/>
          <a:lstStyle>
            <a:lvl1pPr>
              <a:defRPr lang="en-ID" sz="72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marL="0" lvl="0" algn="ctr" defTabSz="548640"/>
            <a:endParaRPr lang="en-ID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2F20E56-FC1F-4A3C-8CF2-7ED524198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557" y="2562437"/>
            <a:ext cx="4198926" cy="17337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b="1"/>
            </a:lvl1pPr>
          </a:lstStyle>
          <a:p>
            <a:r>
              <a:rPr lang="en-US" dirty="0"/>
              <a:t>Click to edit Master title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99032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áfico 22">
            <a:extLst>
              <a:ext uri="{FF2B5EF4-FFF2-40B4-BE49-F238E27FC236}">
                <a16:creationId xmlns:a16="http://schemas.microsoft.com/office/drawing/2014/main" id="{BAB9CC5E-BE39-CAFA-CF4E-E16EC83EB4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9480" y="3268980"/>
            <a:ext cx="7711440" cy="169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296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781AFC-2739-49D5-8FF7-4B0419405670}"/>
              </a:ext>
            </a:extLst>
          </p:cNvPr>
          <p:cNvSpPr txBox="1"/>
          <p:nvPr/>
        </p:nvSpPr>
        <p:spPr>
          <a:xfrm>
            <a:off x="11894302" y="7234025"/>
            <a:ext cx="740663" cy="7571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160" b="1" dirty="0">
                <a:solidFill>
                  <a:schemeClr val="tx1">
                    <a:alpha val="20000"/>
                  </a:schemeClr>
                </a:solidFill>
                <a:latin typeface="+mj-lt"/>
              </a:rPr>
              <a:t>0</a:t>
            </a:r>
            <a:fld id="{691AF18D-0852-4468-85C6-A271F63CD70E}" type="slidenum">
              <a:rPr lang="en-US" sz="2160" b="1">
                <a:solidFill>
                  <a:schemeClr val="tx1">
                    <a:alpha val="20000"/>
                  </a:schemeClr>
                </a:solidFill>
                <a:latin typeface="+mj-lt"/>
              </a:rPr>
              <a:pPr algn="ctr"/>
              <a:t>2</a:t>
            </a:fld>
            <a:endParaRPr lang="en-US" sz="2160" b="1" dirty="0">
              <a:solidFill>
                <a:schemeClr val="tx1">
                  <a:alpha val="20000"/>
                </a:schemeClr>
              </a:solidFill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BFA37AB-C0B1-49B1-B078-6A4BCD1555B3}"/>
              </a:ext>
            </a:extLst>
          </p:cNvPr>
          <p:cNvSpPr/>
          <p:nvPr/>
        </p:nvSpPr>
        <p:spPr>
          <a:xfrm>
            <a:off x="12223482" y="7828328"/>
            <a:ext cx="82296" cy="2468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2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B4DC8A-9F0F-4C9B-BAD3-D2540EA02645}"/>
              </a:ext>
            </a:extLst>
          </p:cNvPr>
          <p:cNvSpPr txBox="1"/>
          <p:nvPr/>
        </p:nvSpPr>
        <p:spPr>
          <a:xfrm rot="16200000">
            <a:off x="10865065" y="5904775"/>
            <a:ext cx="2799130" cy="21698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810" dirty="0">
                <a:solidFill>
                  <a:schemeClr val="tx1">
                    <a:alpha val="25000"/>
                  </a:schemeClr>
                </a:solidFill>
              </a:rPr>
              <a:t>UNIVERSIDAD DE GUAYAQUIL</a:t>
            </a:r>
            <a:endParaRPr lang="en-ID" sz="810" dirty="0">
              <a:solidFill>
                <a:schemeClr val="tx1">
                  <a:alpha val="25000"/>
                </a:schemeClr>
              </a:solidFill>
            </a:endParaRP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70B02EF3-F2A0-684D-1CE2-033883C7D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842" y="2631006"/>
            <a:ext cx="4916123" cy="4338626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F70A2531-5455-44FF-08B4-66DCAA7CBB42}"/>
              </a:ext>
            </a:extLst>
          </p:cNvPr>
          <p:cNvGrpSpPr/>
          <p:nvPr/>
        </p:nvGrpSpPr>
        <p:grpSpPr>
          <a:xfrm>
            <a:off x="-49132" y="-159975"/>
            <a:ext cx="1591544" cy="1857838"/>
            <a:chOff x="1481648" y="-106016"/>
            <a:chExt cx="1326287" cy="1548198"/>
          </a:xfrm>
        </p:grpSpPr>
        <p:grpSp>
          <p:nvGrpSpPr>
            <p:cNvPr id="49" name="Group 3">
              <a:extLst>
                <a:ext uri="{FF2B5EF4-FFF2-40B4-BE49-F238E27FC236}">
                  <a16:creationId xmlns:a16="http://schemas.microsoft.com/office/drawing/2014/main" id="{393F652C-A464-1710-25E5-E5AA2B3F65BE}"/>
                </a:ext>
              </a:extLst>
            </p:cNvPr>
            <p:cNvGrpSpPr/>
            <p:nvPr/>
          </p:nvGrpSpPr>
          <p:grpSpPr>
            <a:xfrm flipV="1">
              <a:off x="1524002" y="0"/>
              <a:ext cx="1283933" cy="1442182"/>
              <a:chOff x="0" y="4935091"/>
              <a:chExt cx="1711911" cy="1922909"/>
            </a:xfrm>
            <a:solidFill>
              <a:srgbClr val="1BB9DE"/>
            </a:solidFill>
          </p:grpSpPr>
          <p:sp>
            <p:nvSpPr>
              <p:cNvPr id="50" name="Freeform 3">
                <a:extLst>
                  <a:ext uri="{FF2B5EF4-FFF2-40B4-BE49-F238E27FC236}">
                    <a16:creationId xmlns:a16="http://schemas.microsoft.com/office/drawing/2014/main" id="{4ACBC82D-CC3C-6B70-2623-2AC08799A2EA}"/>
                  </a:ext>
                </a:extLst>
              </p:cNvPr>
              <p:cNvSpPr/>
              <p:nvPr/>
            </p:nvSpPr>
            <p:spPr>
              <a:xfrm>
                <a:off x="0" y="4935091"/>
                <a:ext cx="1711911" cy="1922909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 dirty="0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  <p:sp>
            <p:nvSpPr>
              <p:cNvPr id="51" name="Freeform 3">
                <a:extLst>
                  <a:ext uri="{FF2B5EF4-FFF2-40B4-BE49-F238E27FC236}">
                    <a16:creationId xmlns:a16="http://schemas.microsoft.com/office/drawing/2014/main" id="{5CCA0C2B-01BC-0DC4-1AF7-91B414682813}"/>
                  </a:ext>
                </a:extLst>
              </p:cNvPr>
              <p:cNvSpPr/>
              <p:nvPr/>
            </p:nvSpPr>
            <p:spPr>
              <a:xfrm>
                <a:off x="0" y="5533970"/>
                <a:ext cx="1178746" cy="1324030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</p:grpSp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5809D7B9-F74B-3289-7841-394F16F9BA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1648" y="-106016"/>
              <a:ext cx="1285488" cy="1285488"/>
            </a:xfrm>
            <a:prstGeom prst="rect">
              <a:avLst/>
            </a:prstGeom>
          </p:spPr>
        </p:pic>
      </p:grpSp>
      <p:pic>
        <p:nvPicPr>
          <p:cNvPr id="12" name="Imagen 11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642217D7-C859-E301-577E-C301F3492BA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524" y="1158873"/>
            <a:ext cx="5762900" cy="5762900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777262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2363DF10-BE07-22B3-023B-F5FB4320F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" y="-1"/>
            <a:ext cx="1475606" cy="1755649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8485632" y="0"/>
            <a:ext cx="6144768" cy="8229600"/>
          </a:xfrm>
          <a:prstGeom prst="rect">
            <a:avLst/>
          </a:prstGeom>
          <a:solidFill>
            <a:srgbClr val="1BB9DE">
              <a:alpha val="15000"/>
            </a:srgbClr>
          </a:solidFill>
          <a:ln w="12700">
            <a:solidFill>
              <a:srgbClr val="1BB9D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 sz="2880"/>
          </a:p>
        </p:txBody>
      </p:sp>
      <p:sp>
        <p:nvSpPr>
          <p:cNvPr id="3" name="Shape 1"/>
          <p:cNvSpPr/>
          <p:nvPr/>
        </p:nvSpPr>
        <p:spPr>
          <a:xfrm>
            <a:off x="9509760" y="0"/>
            <a:ext cx="5120640" cy="8229600"/>
          </a:xfrm>
          <a:prstGeom prst="rect">
            <a:avLst/>
          </a:prstGeom>
          <a:solidFill>
            <a:srgbClr val="1BB9DE">
              <a:alpha val="25000"/>
            </a:srgbClr>
          </a:solidFill>
          <a:ln w="12700">
            <a:solidFill>
              <a:srgbClr val="1BB9D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 sz="2880"/>
          </a:p>
        </p:txBody>
      </p:sp>
      <p:sp>
        <p:nvSpPr>
          <p:cNvPr id="6" name="Text 4"/>
          <p:cNvSpPr/>
          <p:nvPr/>
        </p:nvSpPr>
        <p:spPr>
          <a:xfrm>
            <a:off x="658368" y="1389888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40" kern="0" spc="16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GUAYAQUIL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7607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4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Matemáticas y Físicas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658368" y="2267712"/>
            <a:ext cx="76078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4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Carrera de Tecnologías de la Información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658368" y="2779776"/>
            <a:ext cx="7315200" cy="58522"/>
          </a:xfrm>
          <a:prstGeom prst="rect">
            <a:avLst/>
          </a:prstGeom>
          <a:solidFill>
            <a:srgbClr val="1BB9DE"/>
          </a:solidFill>
          <a:ln w="12700">
            <a:solidFill>
              <a:srgbClr val="1BB9DE"/>
            </a:solidFill>
            <a:prstDash val="solid"/>
          </a:ln>
        </p:spPr>
        <p:txBody>
          <a:bodyPr/>
          <a:lstStyle/>
          <a:p>
            <a:endParaRPr lang="en-US" sz="2880"/>
          </a:p>
        </p:txBody>
      </p:sp>
      <p:sp>
        <p:nvSpPr>
          <p:cNvPr id="10" name="Text 8"/>
          <p:cNvSpPr/>
          <p:nvPr/>
        </p:nvSpPr>
        <p:spPr>
          <a:xfrm>
            <a:off x="658368" y="2999232"/>
            <a:ext cx="84856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PROTOTIPO DE GATEWAY DOMÉSTICO CON RASPBERRY PI PARA LA GESTIÓN DE QoS EN VIDEOCONFERENCIAS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58368" y="5340096"/>
            <a:ext cx="3218688" cy="409651"/>
          </a:xfrm>
          <a:prstGeom prst="rect">
            <a:avLst/>
          </a:prstGeom>
          <a:solidFill>
            <a:srgbClr val="1BB9DE"/>
          </a:solidFill>
          <a:ln w="12700">
            <a:solidFill>
              <a:srgbClr val="1BB9DE"/>
            </a:solidFill>
            <a:prstDash val="solid"/>
          </a:ln>
        </p:spPr>
        <p:txBody>
          <a:bodyPr/>
          <a:lstStyle/>
          <a:p>
            <a:endParaRPr lang="en-US" sz="2880"/>
          </a:p>
        </p:txBody>
      </p:sp>
      <p:sp>
        <p:nvSpPr>
          <p:cNvPr id="12" name="Text 10"/>
          <p:cNvSpPr/>
          <p:nvPr/>
        </p:nvSpPr>
        <p:spPr>
          <a:xfrm>
            <a:off x="658368" y="5340096"/>
            <a:ext cx="321868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Titulación Tecnológico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658368" y="5925312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Autor: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Roberto Samuel Mata Reyes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" y="6437376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Tutor: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Ing. Eduardo Alvarado Unamuno, M.Sc.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" y="7607808"/>
            <a:ext cx="7315200" cy="468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40" b="1" dirty="0">
                <a:solidFill>
                  <a:srgbClr val="0D3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Guayaquil – Ecuador  |  2025–2026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BFA37AB-C0B1-49B1-B078-6A4BCD1555B3}"/>
              </a:ext>
            </a:extLst>
          </p:cNvPr>
          <p:cNvSpPr/>
          <p:nvPr/>
        </p:nvSpPr>
        <p:spPr>
          <a:xfrm>
            <a:off x="12223482" y="7828328"/>
            <a:ext cx="82296" cy="2468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2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F70A2531-5455-44FF-08B4-66DCAA7CBB42}"/>
              </a:ext>
            </a:extLst>
          </p:cNvPr>
          <p:cNvGrpSpPr/>
          <p:nvPr/>
        </p:nvGrpSpPr>
        <p:grpSpPr>
          <a:xfrm>
            <a:off x="-49132" y="-159975"/>
            <a:ext cx="1591544" cy="1857838"/>
            <a:chOff x="1481648" y="-106016"/>
            <a:chExt cx="1326287" cy="1548198"/>
          </a:xfrm>
        </p:grpSpPr>
        <p:grpSp>
          <p:nvGrpSpPr>
            <p:cNvPr id="49" name="Group 3">
              <a:extLst>
                <a:ext uri="{FF2B5EF4-FFF2-40B4-BE49-F238E27FC236}">
                  <a16:creationId xmlns:a16="http://schemas.microsoft.com/office/drawing/2014/main" id="{393F652C-A464-1710-25E5-E5AA2B3F65BE}"/>
                </a:ext>
              </a:extLst>
            </p:cNvPr>
            <p:cNvGrpSpPr/>
            <p:nvPr/>
          </p:nvGrpSpPr>
          <p:grpSpPr>
            <a:xfrm flipV="1">
              <a:off x="1524002" y="0"/>
              <a:ext cx="1283933" cy="1442182"/>
              <a:chOff x="0" y="4935091"/>
              <a:chExt cx="1711911" cy="1922909"/>
            </a:xfrm>
            <a:solidFill>
              <a:srgbClr val="1BB9DE"/>
            </a:solidFill>
          </p:grpSpPr>
          <p:sp>
            <p:nvSpPr>
              <p:cNvPr id="50" name="Freeform 3">
                <a:extLst>
                  <a:ext uri="{FF2B5EF4-FFF2-40B4-BE49-F238E27FC236}">
                    <a16:creationId xmlns:a16="http://schemas.microsoft.com/office/drawing/2014/main" id="{4ACBC82D-CC3C-6B70-2623-2AC08799A2EA}"/>
                  </a:ext>
                </a:extLst>
              </p:cNvPr>
              <p:cNvSpPr/>
              <p:nvPr/>
            </p:nvSpPr>
            <p:spPr>
              <a:xfrm>
                <a:off x="0" y="4935091"/>
                <a:ext cx="1711911" cy="1922909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 dirty="0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  <p:sp>
            <p:nvSpPr>
              <p:cNvPr id="51" name="Freeform 3">
                <a:extLst>
                  <a:ext uri="{FF2B5EF4-FFF2-40B4-BE49-F238E27FC236}">
                    <a16:creationId xmlns:a16="http://schemas.microsoft.com/office/drawing/2014/main" id="{5CCA0C2B-01BC-0DC4-1AF7-91B414682813}"/>
                  </a:ext>
                </a:extLst>
              </p:cNvPr>
              <p:cNvSpPr/>
              <p:nvPr/>
            </p:nvSpPr>
            <p:spPr>
              <a:xfrm>
                <a:off x="0" y="5533970"/>
                <a:ext cx="1178746" cy="1324030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</p:grpSp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5809D7B9-F74B-3289-7841-394F16F9BA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1648" y="-106016"/>
              <a:ext cx="1285488" cy="1285488"/>
            </a:xfrm>
            <a:prstGeom prst="rect">
              <a:avLst/>
            </a:prstGeom>
          </p:spPr>
        </p:pic>
      </p:grpSp>
      <p:pic>
        <p:nvPicPr>
          <p:cNvPr id="12" name="Imagen 11">
            <a:extLst>
              <a:ext uri="{FF2B5EF4-FFF2-40B4-BE49-F238E27FC236}">
                <a16:creationId xmlns:a16="http://schemas.microsoft.com/office/drawing/2014/main" id="{D54FB3AA-E7A2-7486-EDEB-2770E84D43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777" y="1697863"/>
            <a:ext cx="13784845" cy="598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28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122ED-3ECD-4A6D-313C-2C5456A3D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C158E5F-2071-8781-693E-9B32CDEF935E}"/>
              </a:ext>
            </a:extLst>
          </p:cNvPr>
          <p:cNvSpPr/>
          <p:nvPr/>
        </p:nvSpPr>
        <p:spPr>
          <a:xfrm>
            <a:off x="12223482" y="7828328"/>
            <a:ext cx="82296" cy="2468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2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BDAD0C86-D42C-0D15-6646-C33CD6D53598}"/>
              </a:ext>
            </a:extLst>
          </p:cNvPr>
          <p:cNvGrpSpPr/>
          <p:nvPr/>
        </p:nvGrpSpPr>
        <p:grpSpPr>
          <a:xfrm>
            <a:off x="-49132" y="-159975"/>
            <a:ext cx="1591544" cy="1857838"/>
            <a:chOff x="1481648" y="-106016"/>
            <a:chExt cx="1326287" cy="1548198"/>
          </a:xfrm>
        </p:grpSpPr>
        <p:grpSp>
          <p:nvGrpSpPr>
            <p:cNvPr id="49" name="Group 3">
              <a:extLst>
                <a:ext uri="{FF2B5EF4-FFF2-40B4-BE49-F238E27FC236}">
                  <a16:creationId xmlns:a16="http://schemas.microsoft.com/office/drawing/2014/main" id="{CD6D1E3D-39D2-53BB-4B70-807918E975CB}"/>
                </a:ext>
              </a:extLst>
            </p:cNvPr>
            <p:cNvGrpSpPr/>
            <p:nvPr/>
          </p:nvGrpSpPr>
          <p:grpSpPr>
            <a:xfrm flipV="1">
              <a:off x="1524002" y="0"/>
              <a:ext cx="1283933" cy="1442182"/>
              <a:chOff x="0" y="4935091"/>
              <a:chExt cx="1711911" cy="1922909"/>
            </a:xfrm>
            <a:solidFill>
              <a:srgbClr val="1BB9DE"/>
            </a:solidFill>
          </p:grpSpPr>
          <p:sp>
            <p:nvSpPr>
              <p:cNvPr id="50" name="Freeform 3">
                <a:extLst>
                  <a:ext uri="{FF2B5EF4-FFF2-40B4-BE49-F238E27FC236}">
                    <a16:creationId xmlns:a16="http://schemas.microsoft.com/office/drawing/2014/main" id="{D8954AC0-4279-0F8A-7487-CDC334768606}"/>
                  </a:ext>
                </a:extLst>
              </p:cNvPr>
              <p:cNvSpPr/>
              <p:nvPr/>
            </p:nvSpPr>
            <p:spPr>
              <a:xfrm>
                <a:off x="0" y="4935091"/>
                <a:ext cx="1711911" cy="1922909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 dirty="0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  <p:sp>
            <p:nvSpPr>
              <p:cNvPr id="51" name="Freeform 3">
                <a:extLst>
                  <a:ext uri="{FF2B5EF4-FFF2-40B4-BE49-F238E27FC236}">
                    <a16:creationId xmlns:a16="http://schemas.microsoft.com/office/drawing/2014/main" id="{19EEC4AE-2909-9989-862F-A93E5C3C491B}"/>
                  </a:ext>
                </a:extLst>
              </p:cNvPr>
              <p:cNvSpPr/>
              <p:nvPr/>
            </p:nvSpPr>
            <p:spPr>
              <a:xfrm>
                <a:off x="0" y="5533970"/>
                <a:ext cx="1178746" cy="1324030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</p:grpSp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F35FFB81-1BD2-74C7-9FA9-386228909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1648" y="-106016"/>
              <a:ext cx="1285488" cy="1285488"/>
            </a:xfrm>
            <a:prstGeom prst="rect">
              <a:avLst/>
            </a:prstGeom>
          </p:spPr>
        </p:pic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20BB41E3-3AFD-123D-7971-6518C59CCF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28" y="1829497"/>
            <a:ext cx="6913760" cy="608178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F3B5E20-8310-2FBB-A483-D0D1F81595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1612" y="1829497"/>
            <a:ext cx="6184866" cy="6081785"/>
          </a:xfrm>
          <a:prstGeom prst="rect">
            <a:avLst/>
          </a:prstGeom>
        </p:spPr>
      </p:pic>
      <p:sp>
        <p:nvSpPr>
          <p:cNvPr id="16" name="Título 6">
            <a:extLst>
              <a:ext uri="{FF2B5EF4-FFF2-40B4-BE49-F238E27FC236}">
                <a16:creationId xmlns:a16="http://schemas.microsoft.com/office/drawing/2014/main" id="{F63BC1B4-DE4A-113C-8B4A-C90D46296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237" y="572369"/>
            <a:ext cx="9333607" cy="717077"/>
          </a:xfrm>
        </p:spPr>
        <p:txBody>
          <a:bodyPr/>
          <a:lstStyle/>
          <a:p>
            <a:pPr algn="l"/>
            <a:r>
              <a:rPr lang="en-US" sz="3200" dirty="0"/>
              <a:t>CONTEXTO DEL PROBLEMA</a:t>
            </a:r>
            <a:br>
              <a:rPr lang="en-US" sz="3200" dirty="0"/>
            </a:br>
            <a:endParaRPr lang="es-EC" sz="3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D11641F-9982-6115-6E16-2D1DE5E216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921" y="5636244"/>
            <a:ext cx="6730493" cy="166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78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E23A5-BFB2-7569-12B1-0BFCD3B65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979CCF1-D961-4AE8-90A8-E236F3C3AAE6}"/>
              </a:ext>
            </a:extLst>
          </p:cNvPr>
          <p:cNvSpPr/>
          <p:nvPr/>
        </p:nvSpPr>
        <p:spPr>
          <a:xfrm>
            <a:off x="12223482" y="7828328"/>
            <a:ext cx="82296" cy="2468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2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18D829CA-DD9E-34A7-9056-5CB5B9E39517}"/>
              </a:ext>
            </a:extLst>
          </p:cNvPr>
          <p:cNvGrpSpPr/>
          <p:nvPr/>
        </p:nvGrpSpPr>
        <p:grpSpPr>
          <a:xfrm>
            <a:off x="-49132" y="-159975"/>
            <a:ext cx="1591544" cy="1857838"/>
            <a:chOff x="1481648" y="-106016"/>
            <a:chExt cx="1326287" cy="1548198"/>
          </a:xfrm>
        </p:grpSpPr>
        <p:grpSp>
          <p:nvGrpSpPr>
            <p:cNvPr id="49" name="Group 3">
              <a:extLst>
                <a:ext uri="{FF2B5EF4-FFF2-40B4-BE49-F238E27FC236}">
                  <a16:creationId xmlns:a16="http://schemas.microsoft.com/office/drawing/2014/main" id="{BE1F0F64-FB97-B3E6-1F8E-56EE5097391C}"/>
                </a:ext>
              </a:extLst>
            </p:cNvPr>
            <p:cNvGrpSpPr/>
            <p:nvPr/>
          </p:nvGrpSpPr>
          <p:grpSpPr>
            <a:xfrm flipV="1">
              <a:off x="1524002" y="0"/>
              <a:ext cx="1283933" cy="1442182"/>
              <a:chOff x="0" y="4935091"/>
              <a:chExt cx="1711911" cy="1922909"/>
            </a:xfrm>
            <a:solidFill>
              <a:srgbClr val="1BB9DE"/>
            </a:solidFill>
          </p:grpSpPr>
          <p:sp>
            <p:nvSpPr>
              <p:cNvPr id="50" name="Freeform 3">
                <a:extLst>
                  <a:ext uri="{FF2B5EF4-FFF2-40B4-BE49-F238E27FC236}">
                    <a16:creationId xmlns:a16="http://schemas.microsoft.com/office/drawing/2014/main" id="{638AA577-2BF2-9611-9BFA-A53E8D366623}"/>
                  </a:ext>
                </a:extLst>
              </p:cNvPr>
              <p:cNvSpPr/>
              <p:nvPr/>
            </p:nvSpPr>
            <p:spPr>
              <a:xfrm>
                <a:off x="0" y="4935091"/>
                <a:ext cx="1711911" cy="1922909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 dirty="0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  <p:sp>
            <p:nvSpPr>
              <p:cNvPr id="51" name="Freeform 3">
                <a:extLst>
                  <a:ext uri="{FF2B5EF4-FFF2-40B4-BE49-F238E27FC236}">
                    <a16:creationId xmlns:a16="http://schemas.microsoft.com/office/drawing/2014/main" id="{43A95898-03B3-E68A-C33D-1380C6616BDE}"/>
                  </a:ext>
                </a:extLst>
              </p:cNvPr>
              <p:cNvSpPr/>
              <p:nvPr/>
            </p:nvSpPr>
            <p:spPr>
              <a:xfrm>
                <a:off x="0" y="5533970"/>
                <a:ext cx="1178746" cy="1324030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</p:grpSp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B1CFE2EB-FEBB-F730-D404-DEFB86313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1648" y="-106016"/>
              <a:ext cx="1285488" cy="1285488"/>
            </a:xfrm>
            <a:prstGeom prst="rect">
              <a:avLst/>
            </a:prstGeom>
          </p:spPr>
        </p:pic>
      </p:grpSp>
      <p:sp>
        <p:nvSpPr>
          <p:cNvPr id="16" name="Título 6">
            <a:extLst>
              <a:ext uri="{FF2B5EF4-FFF2-40B4-BE49-F238E27FC236}">
                <a16:creationId xmlns:a16="http://schemas.microsoft.com/office/drawing/2014/main" id="{EB27A672-C4A6-16A0-48A4-A7B4D42D1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237" y="572369"/>
            <a:ext cx="9333607" cy="717077"/>
          </a:xfrm>
        </p:spPr>
        <p:txBody>
          <a:bodyPr/>
          <a:lstStyle/>
          <a:p>
            <a:pPr algn="l"/>
            <a:r>
              <a:rPr lang="en-US" sz="3200" dirty="0"/>
              <a:t>OBJETIVO DE LA INVESTIGACIÓN</a:t>
            </a:r>
            <a:br>
              <a:rPr lang="en-US" sz="3200" dirty="0"/>
            </a:br>
            <a:endParaRPr lang="es-EC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860CC9C-8BA4-4542-20AB-50EABB92E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19" y="1528401"/>
            <a:ext cx="13479962" cy="632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970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F0FA7-88F1-FD54-DCFF-9CA1C7694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D247412-D6EA-7E27-1933-4D553C1691AF}"/>
              </a:ext>
            </a:extLst>
          </p:cNvPr>
          <p:cNvSpPr/>
          <p:nvPr/>
        </p:nvSpPr>
        <p:spPr>
          <a:xfrm>
            <a:off x="12223482" y="7828328"/>
            <a:ext cx="82296" cy="2468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2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E3FBB9D8-99F6-1EB2-2FEB-F67616E3960C}"/>
              </a:ext>
            </a:extLst>
          </p:cNvPr>
          <p:cNvGrpSpPr/>
          <p:nvPr/>
        </p:nvGrpSpPr>
        <p:grpSpPr>
          <a:xfrm>
            <a:off x="-49132" y="-159975"/>
            <a:ext cx="1591544" cy="1857838"/>
            <a:chOff x="1481648" y="-106016"/>
            <a:chExt cx="1326287" cy="1548198"/>
          </a:xfrm>
        </p:grpSpPr>
        <p:grpSp>
          <p:nvGrpSpPr>
            <p:cNvPr id="49" name="Group 3">
              <a:extLst>
                <a:ext uri="{FF2B5EF4-FFF2-40B4-BE49-F238E27FC236}">
                  <a16:creationId xmlns:a16="http://schemas.microsoft.com/office/drawing/2014/main" id="{991CBE5B-6107-B38D-31E9-0F86F0CDCE33}"/>
                </a:ext>
              </a:extLst>
            </p:cNvPr>
            <p:cNvGrpSpPr/>
            <p:nvPr/>
          </p:nvGrpSpPr>
          <p:grpSpPr>
            <a:xfrm flipV="1">
              <a:off x="1524002" y="0"/>
              <a:ext cx="1283933" cy="1442182"/>
              <a:chOff x="0" y="4935091"/>
              <a:chExt cx="1711911" cy="1922909"/>
            </a:xfrm>
            <a:solidFill>
              <a:srgbClr val="1BB9DE"/>
            </a:solidFill>
          </p:grpSpPr>
          <p:sp>
            <p:nvSpPr>
              <p:cNvPr id="50" name="Freeform 3">
                <a:extLst>
                  <a:ext uri="{FF2B5EF4-FFF2-40B4-BE49-F238E27FC236}">
                    <a16:creationId xmlns:a16="http://schemas.microsoft.com/office/drawing/2014/main" id="{C378FF2C-1AA8-FE99-E3EA-6CFF0400AB94}"/>
                  </a:ext>
                </a:extLst>
              </p:cNvPr>
              <p:cNvSpPr/>
              <p:nvPr/>
            </p:nvSpPr>
            <p:spPr>
              <a:xfrm>
                <a:off x="0" y="4935091"/>
                <a:ext cx="1711911" cy="1922909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 dirty="0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  <p:sp>
            <p:nvSpPr>
              <p:cNvPr id="51" name="Freeform 3">
                <a:extLst>
                  <a:ext uri="{FF2B5EF4-FFF2-40B4-BE49-F238E27FC236}">
                    <a16:creationId xmlns:a16="http://schemas.microsoft.com/office/drawing/2014/main" id="{7AA15A0B-0A9A-ABD5-C097-529ABFCEB330}"/>
                  </a:ext>
                </a:extLst>
              </p:cNvPr>
              <p:cNvSpPr/>
              <p:nvPr/>
            </p:nvSpPr>
            <p:spPr>
              <a:xfrm>
                <a:off x="0" y="5533970"/>
                <a:ext cx="1178746" cy="1324030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</p:grpSp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63C759E7-F4D5-2B4B-5F0B-D46158548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1648" y="-106016"/>
              <a:ext cx="1285488" cy="1285488"/>
            </a:xfrm>
            <a:prstGeom prst="rect">
              <a:avLst/>
            </a:prstGeom>
          </p:spPr>
        </p:pic>
      </p:grpSp>
      <p:sp>
        <p:nvSpPr>
          <p:cNvPr id="16" name="Título 6">
            <a:extLst>
              <a:ext uri="{FF2B5EF4-FFF2-40B4-BE49-F238E27FC236}">
                <a16:creationId xmlns:a16="http://schemas.microsoft.com/office/drawing/2014/main" id="{6E921697-D3BD-047C-385B-245A2FE7E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237" y="572369"/>
            <a:ext cx="9333607" cy="717077"/>
          </a:xfrm>
        </p:spPr>
        <p:txBody>
          <a:bodyPr/>
          <a:lstStyle/>
          <a:p>
            <a:pPr algn="l"/>
            <a:r>
              <a:rPr lang="en-US" sz="3200" dirty="0"/>
              <a:t>JUSTIFICACIÓN</a:t>
            </a:r>
            <a:endParaRPr lang="es-EC" sz="32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DA49C2F-6CC3-9AB7-B566-3D97C1743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113" y="1825082"/>
            <a:ext cx="13206174" cy="603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26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034EE-1FAF-8240-BF21-F43FE60F6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9D1D562-C3B6-C723-0659-C050A30D2992}"/>
              </a:ext>
            </a:extLst>
          </p:cNvPr>
          <p:cNvSpPr/>
          <p:nvPr/>
        </p:nvSpPr>
        <p:spPr>
          <a:xfrm>
            <a:off x="12223482" y="7828328"/>
            <a:ext cx="82296" cy="2468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2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1D7E5160-BF3A-7B0B-F3A3-8FEE89201D04}"/>
              </a:ext>
            </a:extLst>
          </p:cNvPr>
          <p:cNvGrpSpPr/>
          <p:nvPr/>
        </p:nvGrpSpPr>
        <p:grpSpPr>
          <a:xfrm>
            <a:off x="-49132" y="-159975"/>
            <a:ext cx="1591544" cy="1857838"/>
            <a:chOff x="1481648" y="-106016"/>
            <a:chExt cx="1326287" cy="1548198"/>
          </a:xfrm>
        </p:grpSpPr>
        <p:grpSp>
          <p:nvGrpSpPr>
            <p:cNvPr id="49" name="Group 3">
              <a:extLst>
                <a:ext uri="{FF2B5EF4-FFF2-40B4-BE49-F238E27FC236}">
                  <a16:creationId xmlns:a16="http://schemas.microsoft.com/office/drawing/2014/main" id="{F2DF342B-7F77-9249-296C-02673CB49879}"/>
                </a:ext>
              </a:extLst>
            </p:cNvPr>
            <p:cNvGrpSpPr/>
            <p:nvPr/>
          </p:nvGrpSpPr>
          <p:grpSpPr>
            <a:xfrm flipV="1">
              <a:off x="1524002" y="0"/>
              <a:ext cx="1283933" cy="1442182"/>
              <a:chOff x="0" y="4935091"/>
              <a:chExt cx="1711911" cy="1922909"/>
            </a:xfrm>
            <a:solidFill>
              <a:srgbClr val="1BB9DE"/>
            </a:solidFill>
          </p:grpSpPr>
          <p:sp>
            <p:nvSpPr>
              <p:cNvPr id="50" name="Freeform 3">
                <a:extLst>
                  <a:ext uri="{FF2B5EF4-FFF2-40B4-BE49-F238E27FC236}">
                    <a16:creationId xmlns:a16="http://schemas.microsoft.com/office/drawing/2014/main" id="{8E207E70-E8EF-60C7-202D-31DF4EDA18AA}"/>
                  </a:ext>
                </a:extLst>
              </p:cNvPr>
              <p:cNvSpPr/>
              <p:nvPr/>
            </p:nvSpPr>
            <p:spPr>
              <a:xfrm>
                <a:off x="0" y="4935091"/>
                <a:ext cx="1711911" cy="1922909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 dirty="0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  <p:sp>
            <p:nvSpPr>
              <p:cNvPr id="51" name="Freeform 3">
                <a:extLst>
                  <a:ext uri="{FF2B5EF4-FFF2-40B4-BE49-F238E27FC236}">
                    <a16:creationId xmlns:a16="http://schemas.microsoft.com/office/drawing/2014/main" id="{208EB442-D1D1-9AF7-A0CD-1BB19706C418}"/>
                  </a:ext>
                </a:extLst>
              </p:cNvPr>
              <p:cNvSpPr/>
              <p:nvPr/>
            </p:nvSpPr>
            <p:spPr>
              <a:xfrm>
                <a:off x="0" y="5533970"/>
                <a:ext cx="1178746" cy="1324030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</p:grpSp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70D4C610-70E0-D573-07DE-D3DF36562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1648" y="-106016"/>
              <a:ext cx="1285488" cy="1285488"/>
            </a:xfrm>
            <a:prstGeom prst="rect">
              <a:avLst/>
            </a:prstGeom>
          </p:spPr>
        </p:pic>
      </p:grpSp>
      <p:sp>
        <p:nvSpPr>
          <p:cNvPr id="16" name="Título 6">
            <a:extLst>
              <a:ext uri="{FF2B5EF4-FFF2-40B4-BE49-F238E27FC236}">
                <a16:creationId xmlns:a16="http://schemas.microsoft.com/office/drawing/2014/main" id="{1DAA1BA5-A1BC-75AD-678C-B77422792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237" y="441795"/>
            <a:ext cx="9333607" cy="717077"/>
          </a:xfrm>
        </p:spPr>
        <p:txBody>
          <a:bodyPr/>
          <a:lstStyle/>
          <a:p>
            <a:pPr algn="l"/>
            <a:r>
              <a:rPr lang="en-US" sz="3200" dirty="0"/>
              <a:t>MARCO TEÓRICO — FUNDAMENTOS TECNOLÓGICOS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8EF4FB4-F3CD-B264-92A3-9D9012356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309" y="1697863"/>
            <a:ext cx="12915781" cy="627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721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0AEB8-F0B8-0192-E51C-2B55D147F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D5045C-50A4-813B-F716-5C9D987A5DFB}"/>
              </a:ext>
            </a:extLst>
          </p:cNvPr>
          <p:cNvSpPr/>
          <p:nvPr/>
        </p:nvSpPr>
        <p:spPr>
          <a:xfrm>
            <a:off x="12223482" y="7828328"/>
            <a:ext cx="82296" cy="2468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2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7C7410D2-4746-9CA0-2D6B-F66F82989868}"/>
              </a:ext>
            </a:extLst>
          </p:cNvPr>
          <p:cNvGrpSpPr/>
          <p:nvPr/>
        </p:nvGrpSpPr>
        <p:grpSpPr>
          <a:xfrm>
            <a:off x="-49132" y="-159975"/>
            <a:ext cx="1591544" cy="1857838"/>
            <a:chOff x="1481648" y="-106016"/>
            <a:chExt cx="1326287" cy="1548198"/>
          </a:xfrm>
        </p:grpSpPr>
        <p:grpSp>
          <p:nvGrpSpPr>
            <p:cNvPr id="49" name="Group 3">
              <a:extLst>
                <a:ext uri="{FF2B5EF4-FFF2-40B4-BE49-F238E27FC236}">
                  <a16:creationId xmlns:a16="http://schemas.microsoft.com/office/drawing/2014/main" id="{8D1C417F-886D-B7B3-79D9-FD2EC52A44F6}"/>
                </a:ext>
              </a:extLst>
            </p:cNvPr>
            <p:cNvGrpSpPr/>
            <p:nvPr/>
          </p:nvGrpSpPr>
          <p:grpSpPr>
            <a:xfrm flipV="1">
              <a:off x="1524002" y="0"/>
              <a:ext cx="1283933" cy="1442182"/>
              <a:chOff x="0" y="4935091"/>
              <a:chExt cx="1711911" cy="1922909"/>
            </a:xfrm>
            <a:solidFill>
              <a:srgbClr val="1BB9DE"/>
            </a:solidFill>
          </p:grpSpPr>
          <p:sp>
            <p:nvSpPr>
              <p:cNvPr id="50" name="Freeform 3">
                <a:extLst>
                  <a:ext uri="{FF2B5EF4-FFF2-40B4-BE49-F238E27FC236}">
                    <a16:creationId xmlns:a16="http://schemas.microsoft.com/office/drawing/2014/main" id="{99EEE9CA-325D-087D-0F0F-455307E62E4B}"/>
                  </a:ext>
                </a:extLst>
              </p:cNvPr>
              <p:cNvSpPr/>
              <p:nvPr/>
            </p:nvSpPr>
            <p:spPr>
              <a:xfrm>
                <a:off x="0" y="4935091"/>
                <a:ext cx="1711911" cy="1922909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 dirty="0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  <p:sp>
            <p:nvSpPr>
              <p:cNvPr id="51" name="Freeform 3">
                <a:extLst>
                  <a:ext uri="{FF2B5EF4-FFF2-40B4-BE49-F238E27FC236}">
                    <a16:creationId xmlns:a16="http://schemas.microsoft.com/office/drawing/2014/main" id="{AC5AF4AB-259F-4135-CC17-33735644372B}"/>
                  </a:ext>
                </a:extLst>
              </p:cNvPr>
              <p:cNvSpPr/>
              <p:nvPr/>
            </p:nvSpPr>
            <p:spPr>
              <a:xfrm>
                <a:off x="0" y="5533970"/>
                <a:ext cx="1178746" cy="1324030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</p:grpSp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CBA4E39C-55BB-3CC1-093E-8E408E2169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1648" y="-106016"/>
              <a:ext cx="1285488" cy="1285488"/>
            </a:xfrm>
            <a:prstGeom prst="rect">
              <a:avLst/>
            </a:prstGeom>
          </p:spPr>
        </p:pic>
      </p:grpSp>
      <p:sp>
        <p:nvSpPr>
          <p:cNvPr id="16" name="Título 6">
            <a:extLst>
              <a:ext uri="{FF2B5EF4-FFF2-40B4-BE49-F238E27FC236}">
                <a16:creationId xmlns:a16="http://schemas.microsoft.com/office/drawing/2014/main" id="{FBEFA8BF-0A92-7A5B-2A66-93DD0E5D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237" y="441795"/>
            <a:ext cx="9333607" cy="717077"/>
          </a:xfrm>
        </p:spPr>
        <p:txBody>
          <a:bodyPr/>
          <a:lstStyle/>
          <a:p>
            <a:pPr algn="l"/>
            <a:r>
              <a:rPr lang="es-ES" sz="3200" dirty="0"/>
              <a:t>ARQUITECTURA DEL SISTEMA — TOPOLOGÍA DE RED</a:t>
            </a:r>
            <a:endParaRPr lang="en-US" sz="3200" dirty="0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C8BCA1BB-D685-3420-24F3-6D0F818EE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80" y="1825082"/>
            <a:ext cx="13388640" cy="580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639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7BBD1-193D-CC26-3F2D-EA0E50B4B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5F5D16-AA46-96B8-6AA5-C8B78178300B}"/>
              </a:ext>
            </a:extLst>
          </p:cNvPr>
          <p:cNvSpPr/>
          <p:nvPr/>
        </p:nvSpPr>
        <p:spPr>
          <a:xfrm>
            <a:off x="12223482" y="7828328"/>
            <a:ext cx="82296" cy="2468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2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41EDF0F8-DE71-019A-0494-275B696C449E}"/>
              </a:ext>
            </a:extLst>
          </p:cNvPr>
          <p:cNvGrpSpPr/>
          <p:nvPr/>
        </p:nvGrpSpPr>
        <p:grpSpPr>
          <a:xfrm>
            <a:off x="-49132" y="-159975"/>
            <a:ext cx="1591544" cy="1857838"/>
            <a:chOff x="1481648" y="-106016"/>
            <a:chExt cx="1326287" cy="1548198"/>
          </a:xfrm>
        </p:grpSpPr>
        <p:grpSp>
          <p:nvGrpSpPr>
            <p:cNvPr id="49" name="Group 3">
              <a:extLst>
                <a:ext uri="{FF2B5EF4-FFF2-40B4-BE49-F238E27FC236}">
                  <a16:creationId xmlns:a16="http://schemas.microsoft.com/office/drawing/2014/main" id="{A8CDE9F8-B3C3-94D6-59FF-D2F03FB7039C}"/>
                </a:ext>
              </a:extLst>
            </p:cNvPr>
            <p:cNvGrpSpPr/>
            <p:nvPr/>
          </p:nvGrpSpPr>
          <p:grpSpPr>
            <a:xfrm flipV="1">
              <a:off x="1524002" y="0"/>
              <a:ext cx="1283933" cy="1442182"/>
              <a:chOff x="0" y="4935091"/>
              <a:chExt cx="1711911" cy="1922909"/>
            </a:xfrm>
            <a:solidFill>
              <a:srgbClr val="1BB9DE"/>
            </a:solidFill>
          </p:grpSpPr>
          <p:sp>
            <p:nvSpPr>
              <p:cNvPr id="50" name="Freeform 3">
                <a:extLst>
                  <a:ext uri="{FF2B5EF4-FFF2-40B4-BE49-F238E27FC236}">
                    <a16:creationId xmlns:a16="http://schemas.microsoft.com/office/drawing/2014/main" id="{123A8778-4DCF-C22C-A815-BB5BBE427346}"/>
                  </a:ext>
                </a:extLst>
              </p:cNvPr>
              <p:cNvSpPr/>
              <p:nvPr/>
            </p:nvSpPr>
            <p:spPr>
              <a:xfrm>
                <a:off x="0" y="4935091"/>
                <a:ext cx="1711911" cy="1922909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 dirty="0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  <p:sp>
            <p:nvSpPr>
              <p:cNvPr id="51" name="Freeform 3">
                <a:extLst>
                  <a:ext uri="{FF2B5EF4-FFF2-40B4-BE49-F238E27FC236}">
                    <a16:creationId xmlns:a16="http://schemas.microsoft.com/office/drawing/2014/main" id="{170B55A1-8ED2-9A2A-2976-93933D806E54}"/>
                  </a:ext>
                </a:extLst>
              </p:cNvPr>
              <p:cNvSpPr/>
              <p:nvPr/>
            </p:nvSpPr>
            <p:spPr>
              <a:xfrm>
                <a:off x="0" y="5533970"/>
                <a:ext cx="1178746" cy="1324030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</p:grpSp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F052B264-B1C1-256F-9A9D-AE18E98C6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1648" y="-106016"/>
              <a:ext cx="1285488" cy="1285488"/>
            </a:xfrm>
            <a:prstGeom prst="rect">
              <a:avLst/>
            </a:prstGeom>
          </p:spPr>
        </p:pic>
      </p:grpSp>
      <p:sp>
        <p:nvSpPr>
          <p:cNvPr id="16" name="Título 6">
            <a:extLst>
              <a:ext uri="{FF2B5EF4-FFF2-40B4-BE49-F238E27FC236}">
                <a16:creationId xmlns:a16="http://schemas.microsoft.com/office/drawing/2014/main" id="{8D1D6DC8-D808-2433-3A12-EF96D5474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237" y="441795"/>
            <a:ext cx="9333607" cy="717077"/>
          </a:xfrm>
        </p:spPr>
        <p:txBody>
          <a:bodyPr/>
          <a:lstStyle/>
          <a:p>
            <a:pPr algn="l"/>
            <a:r>
              <a:rPr lang="es-ES" sz="3200" dirty="0"/>
              <a:t>DESARROLLO DE LA SOLUCIÓN TECNOLÓGICA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F16D0DD-AA97-3BE1-1BD8-59F55E81C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771" y="2159935"/>
            <a:ext cx="5020322" cy="536236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DA6E0DE-3FE4-2000-F917-8CF8A2E612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307" y="1977608"/>
            <a:ext cx="8652669" cy="307700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C8C80EA6-1E46-94E0-8226-52D527A0BD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307" y="5664820"/>
            <a:ext cx="8652669" cy="212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144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A3AB7-AF39-3016-5520-415DA4199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2333E92-3310-69D6-D7D4-543BB8829D6F}"/>
              </a:ext>
            </a:extLst>
          </p:cNvPr>
          <p:cNvSpPr/>
          <p:nvPr/>
        </p:nvSpPr>
        <p:spPr>
          <a:xfrm>
            <a:off x="12223482" y="7828328"/>
            <a:ext cx="82296" cy="2468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2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7D891F1F-3FC7-D84C-01BD-96C75EFA7FF3}"/>
              </a:ext>
            </a:extLst>
          </p:cNvPr>
          <p:cNvGrpSpPr/>
          <p:nvPr/>
        </p:nvGrpSpPr>
        <p:grpSpPr>
          <a:xfrm>
            <a:off x="-49132" y="-159975"/>
            <a:ext cx="1591544" cy="1857838"/>
            <a:chOff x="1481648" y="-106016"/>
            <a:chExt cx="1326287" cy="1548198"/>
          </a:xfrm>
        </p:grpSpPr>
        <p:grpSp>
          <p:nvGrpSpPr>
            <p:cNvPr id="49" name="Group 3">
              <a:extLst>
                <a:ext uri="{FF2B5EF4-FFF2-40B4-BE49-F238E27FC236}">
                  <a16:creationId xmlns:a16="http://schemas.microsoft.com/office/drawing/2014/main" id="{6C6AE137-6158-080C-F3D9-5D0AD7954DD9}"/>
                </a:ext>
              </a:extLst>
            </p:cNvPr>
            <p:cNvGrpSpPr/>
            <p:nvPr/>
          </p:nvGrpSpPr>
          <p:grpSpPr>
            <a:xfrm flipV="1">
              <a:off x="1524002" y="0"/>
              <a:ext cx="1283933" cy="1442182"/>
              <a:chOff x="0" y="4935091"/>
              <a:chExt cx="1711911" cy="1922909"/>
            </a:xfrm>
            <a:solidFill>
              <a:srgbClr val="1BB9DE"/>
            </a:solidFill>
          </p:grpSpPr>
          <p:sp>
            <p:nvSpPr>
              <p:cNvPr id="50" name="Freeform 3">
                <a:extLst>
                  <a:ext uri="{FF2B5EF4-FFF2-40B4-BE49-F238E27FC236}">
                    <a16:creationId xmlns:a16="http://schemas.microsoft.com/office/drawing/2014/main" id="{EDCE93D8-83F4-0D7D-7C2C-7230AEB6B04C}"/>
                  </a:ext>
                </a:extLst>
              </p:cNvPr>
              <p:cNvSpPr/>
              <p:nvPr/>
            </p:nvSpPr>
            <p:spPr>
              <a:xfrm>
                <a:off x="0" y="4935091"/>
                <a:ext cx="1711911" cy="1922909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 dirty="0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  <p:sp>
            <p:nvSpPr>
              <p:cNvPr id="51" name="Freeform 3">
                <a:extLst>
                  <a:ext uri="{FF2B5EF4-FFF2-40B4-BE49-F238E27FC236}">
                    <a16:creationId xmlns:a16="http://schemas.microsoft.com/office/drawing/2014/main" id="{84D9F83F-D896-AB1C-0EB7-92B512A96B3E}"/>
                  </a:ext>
                </a:extLst>
              </p:cNvPr>
              <p:cNvSpPr/>
              <p:nvPr/>
            </p:nvSpPr>
            <p:spPr>
              <a:xfrm>
                <a:off x="0" y="5533970"/>
                <a:ext cx="1178746" cy="1324030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</p:grpSp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5758F48E-A165-A3CD-A246-44912F7F9F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1648" y="-106016"/>
              <a:ext cx="1285488" cy="1285488"/>
            </a:xfrm>
            <a:prstGeom prst="rect">
              <a:avLst/>
            </a:prstGeom>
          </p:spPr>
        </p:pic>
      </p:grpSp>
      <p:sp>
        <p:nvSpPr>
          <p:cNvPr id="16" name="Título 6">
            <a:extLst>
              <a:ext uri="{FF2B5EF4-FFF2-40B4-BE49-F238E27FC236}">
                <a16:creationId xmlns:a16="http://schemas.microsoft.com/office/drawing/2014/main" id="{2AD74AE7-37E8-4900-7698-35D02E47A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237" y="441795"/>
            <a:ext cx="9333607" cy="717077"/>
          </a:xfrm>
        </p:spPr>
        <p:txBody>
          <a:bodyPr/>
          <a:lstStyle/>
          <a:p>
            <a:pPr algn="l"/>
            <a:r>
              <a:rPr lang="es-ES" sz="3200" dirty="0"/>
              <a:t>RESULTADOS — MÉTRICAS TÉCNICAS DE QOS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15F7F72-69CF-F8D5-2571-B74FBC805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54" y="1825082"/>
            <a:ext cx="13362292" cy="603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350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49FD0-3DB6-C800-D2D0-996C6E0A2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F24E68F-77A3-4B86-0C2C-30C9A4A4BE4B}"/>
              </a:ext>
            </a:extLst>
          </p:cNvPr>
          <p:cNvSpPr/>
          <p:nvPr/>
        </p:nvSpPr>
        <p:spPr>
          <a:xfrm>
            <a:off x="12223482" y="7828328"/>
            <a:ext cx="82296" cy="2468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2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5F65EDCD-9481-AC42-6A6C-B3170BD5BB56}"/>
              </a:ext>
            </a:extLst>
          </p:cNvPr>
          <p:cNvGrpSpPr/>
          <p:nvPr/>
        </p:nvGrpSpPr>
        <p:grpSpPr>
          <a:xfrm>
            <a:off x="-49132" y="-159975"/>
            <a:ext cx="1591544" cy="1857838"/>
            <a:chOff x="1481648" y="-106016"/>
            <a:chExt cx="1326287" cy="1548198"/>
          </a:xfrm>
        </p:grpSpPr>
        <p:grpSp>
          <p:nvGrpSpPr>
            <p:cNvPr id="49" name="Group 3">
              <a:extLst>
                <a:ext uri="{FF2B5EF4-FFF2-40B4-BE49-F238E27FC236}">
                  <a16:creationId xmlns:a16="http://schemas.microsoft.com/office/drawing/2014/main" id="{3CDF5117-574A-7B6D-683A-C880710D95BF}"/>
                </a:ext>
              </a:extLst>
            </p:cNvPr>
            <p:cNvGrpSpPr/>
            <p:nvPr/>
          </p:nvGrpSpPr>
          <p:grpSpPr>
            <a:xfrm flipV="1">
              <a:off x="1524002" y="0"/>
              <a:ext cx="1283933" cy="1442182"/>
              <a:chOff x="0" y="4935091"/>
              <a:chExt cx="1711911" cy="1922909"/>
            </a:xfrm>
            <a:solidFill>
              <a:srgbClr val="1BB9DE"/>
            </a:solidFill>
          </p:grpSpPr>
          <p:sp>
            <p:nvSpPr>
              <p:cNvPr id="50" name="Freeform 3">
                <a:extLst>
                  <a:ext uri="{FF2B5EF4-FFF2-40B4-BE49-F238E27FC236}">
                    <a16:creationId xmlns:a16="http://schemas.microsoft.com/office/drawing/2014/main" id="{AC1E043D-762B-959B-8AAD-8702A876D325}"/>
                  </a:ext>
                </a:extLst>
              </p:cNvPr>
              <p:cNvSpPr/>
              <p:nvPr/>
            </p:nvSpPr>
            <p:spPr>
              <a:xfrm>
                <a:off x="0" y="4935091"/>
                <a:ext cx="1711911" cy="1922909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 dirty="0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  <p:sp>
            <p:nvSpPr>
              <p:cNvPr id="51" name="Freeform 3">
                <a:extLst>
                  <a:ext uri="{FF2B5EF4-FFF2-40B4-BE49-F238E27FC236}">
                    <a16:creationId xmlns:a16="http://schemas.microsoft.com/office/drawing/2014/main" id="{1ACF6F5E-960D-1923-8762-E39A4C344F99}"/>
                  </a:ext>
                </a:extLst>
              </p:cNvPr>
              <p:cNvSpPr/>
              <p:nvPr/>
            </p:nvSpPr>
            <p:spPr>
              <a:xfrm>
                <a:off x="0" y="5533970"/>
                <a:ext cx="1178746" cy="1324030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</p:grpSp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08C9773E-6844-E691-6C5F-C3D333440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1648" y="-106016"/>
              <a:ext cx="1285488" cy="1285488"/>
            </a:xfrm>
            <a:prstGeom prst="rect">
              <a:avLst/>
            </a:prstGeom>
          </p:spPr>
        </p:pic>
      </p:grpSp>
      <p:sp>
        <p:nvSpPr>
          <p:cNvPr id="16" name="Título 6">
            <a:extLst>
              <a:ext uri="{FF2B5EF4-FFF2-40B4-BE49-F238E27FC236}">
                <a16:creationId xmlns:a16="http://schemas.microsoft.com/office/drawing/2014/main" id="{8EF05CB8-1DB4-D289-93B8-DA05DB208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237" y="441795"/>
            <a:ext cx="9333607" cy="717077"/>
          </a:xfrm>
        </p:spPr>
        <p:txBody>
          <a:bodyPr/>
          <a:lstStyle/>
          <a:p>
            <a:pPr algn="l"/>
            <a:r>
              <a:rPr lang="es-ES" sz="3200" dirty="0"/>
              <a:t>RESULTADOS — EXPERIENCIA DE USUSARIO (QoE)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A0932C4-0001-9917-0FC1-5A86D5C25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32" y="1825083"/>
            <a:ext cx="12926936" cy="598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010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887A0-FCBB-E0C1-20A5-16B104608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33F6AB6-F477-2596-30FC-B7B84F2B2482}"/>
              </a:ext>
            </a:extLst>
          </p:cNvPr>
          <p:cNvSpPr/>
          <p:nvPr/>
        </p:nvSpPr>
        <p:spPr>
          <a:xfrm>
            <a:off x="12223482" y="7828328"/>
            <a:ext cx="82296" cy="2468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2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E205780F-0528-1C35-75ED-E944A2D76044}"/>
              </a:ext>
            </a:extLst>
          </p:cNvPr>
          <p:cNvGrpSpPr/>
          <p:nvPr/>
        </p:nvGrpSpPr>
        <p:grpSpPr>
          <a:xfrm>
            <a:off x="-49132" y="-159975"/>
            <a:ext cx="1591544" cy="1857838"/>
            <a:chOff x="1481648" y="-106016"/>
            <a:chExt cx="1326287" cy="1548198"/>
          </a:xfrm>
        </p:grpSpPr>
        <p:grpSp>
          <p:nvGrpSpPr>
            <p:cNvPr id="49" name="Group 3">
              <a:extLst>
                <a:ext uri="{FF2B5EF4-FFF2-40B4-BE49-F238E27FC236}">
                  <a16:creationId xmlns:a16="http://schemas.microsoft.com/office/drawing/2014/main" id="{8EF2B466-12E3-6597-2DC6-A9FDE27BF6CD}"/>
                </a:ext>
              </a:extLst>
            </p:cNvPr>
            <p:cNvGrpSpPr/>
            <p:nvPr/>
          </p:nvGrpSpPr>
          <p:grpSpPr>
            <a:xfrm flipV="1">
              <a:off x="1524002" y="0"/>
              <a:ext cx="1283933" cy="1442182"/>
              <a:chOff x="0" y="4935091"/>
              <a:chExt cx="1711911" cy="1922909"/>
            </a:xfrm>
            <a:solidFill>
              <a:srgbClr val="1BB9DE"/>
            </a:solidFill>
          </p:grpSpPr>
          <p:sp>
            <p:nvSpPr>
              <p:cNvPr id="50" name="Freeform 3">
                <a:extLst>
                  <a:ext uri="{FF2B5EF4-FFF2-40B4-BE49-F238E27FC236}">
                    <a16:creationId xmlns:a16="http://schemas.microsoft.com/office/drawing/2014/main" id="{E43D8DC2-CDCA-8F8C-D8ED-9977EE3386A0}"/>
                  </a:ext>
                </a:extLst>
              </p:cNvPr>
              <p:cNvSpPr/>
              <p:nvPr/>
            </p:nvSpPr>
            <p:spPr>
              <a:xfrm>
                <a:off x="0" y="4935091"/>
                <a:ext cx="1711911" cy="1922909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 dirty="0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  <p:sp>
            <p:nvSpPr>
              <p:cNvPr id="51" name="Freeform 3">
                <a:extLst>
                  <a:ext uri="{FF2B5EF4-FFF2-40B4-BE49-F238E27FC236}">
                    <a16:creationId xmlns:a16="http://schemas.microsoft.com/office/drawing/2014/main" id="{F1B3316A-159C-4E00-A48A-0AC20003DDF4}"/>
                  </a:ext>
                </a:extLst>
              </p:cNvPr>
              <p:cNvSpPr/>
              <p:nvPr/>
            </p:nvSpPr>
            <p:spPr>
              <a:xfrm>
                <a:off x="0" y="5533970"/>
                <a:ext cx="1178746" cy="1324030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</p:grpSp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872F2EA7-B280-2B0E-71D9-E07A103D9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1648" y="-106016"/>
              <a:ext cx="1285488" cy="1285488"/>
            </a:xfrm>
            <a:prstGeom prst="rect">
              <a:avLst/>
            </a:prstGeom>
          </p:spPr>
        </p:pic>
      </p:grpSp>
      <p:sp>
        <p:nvSpPr>
          <p:cNvPr id="16" name="Título 6">
            <a:extLst>
              <a:ext uri="{FF2B5EF4-FFF2-40B4-BE49-F238E27FC236}">
                <a16:creationId xmlns:a16="http://schemas.microsoft.com/office/drawing/2014/main" id="{5014855B-186A-6204-FCE5-28E776F15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237" y="595913"/>
            <a:ext cx="9333607" cy="717077"/>
          </a:xfrm>
        </p:spPr>
        <p:txBody>
          <a:bodyPr/>
          <a:lstStyle/>
          <a:p>
            <a:pPr algn="l"/>
            <a:r>
              <a:rPr lang="es-ES" sz="3200" dirty="0"/>
              <a:t>CONCLUSIONES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D4DA04-A703-3901-3296-F0308657A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607" y="1708595"/>
            <a:ext cx="12503186" cy="614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49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BF1FE-F4FC-1D90-6F81-E08B57C08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F1C7E8-4760-AC4B-A0A4-B88750165C00}"/>
              </a:ext>
            </a:extLst>
          </p:cNvPr>
          <p:cNvSpPr/>
          <p:nvPr/>
        </p:nvSpPr>
        <p:spPr>
          <a:xfrm>
            <a:off x="12223482" y="7828328"/>
            <a:ext cx="82296" cy="2468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2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723E0FF-BA53-54FF-A800-B786C47D62A1}"/>
              </a:ext>
            </a:extLst>
          </p:cNvPr>
          <p:cNvGrpSpPr/>
          <p:nvPr/>
        </p:nvGrpSpPr>
        <p:grpSpPr>
          <a:xfrm>
            <a:off x="-49132" y="-159975"/>
            <a:ext cx="1591544" cy="1857838"/>
            <a:chOff x="1481648" y="-106016"/>
            <a:chExt cx="1326287" cy="1548198"/>
          </a:xfrm>
        </p:grpSpPr>
        <p:grpSp>
          <p:nvGrpSpPr>
            <p:cNvPr id="49" name="Group 3">
              <a:extLst>
                <a:ext uri="{FF2B5EF4-FFF2-40B4-BE49-F238E27FC236}">
                  <a16:creationId xmlns:a16="http://schemas.microsoft.com/office/drawing/2014/main" id="{E53C3E05-8161-7A15-24AC-C74A56718660}"/>
                </a:ext>
              </a:extLst>
            </p:cNvPr>
            <p:cNvGrpSpPr/>
            <p:nvPr/>
          </p:nvGrpSpPr>
          <p:grpSpPr>
            <a:xfrm flipV="1">
              <a:off x="1524002" y="0"/>
              <a:ext cx="1283933" cy="1442182"/>
              <a:chOff x="0" y="4935091"/>
              <a:chExt cx="1711911" cy="1922909"/>
            </a:xfrm>
            <a:solidFill>
              <a:srgbClr val="1BB9DE"/>
            </a:solidFill>
          </p:grpSpPr>
          <p:sp>
            <p:nvSpPr>
              <p:cNvPr id="50" name="Freeform 3">
                <a:extLst>
                  <a:ext uri="{FF2B5EF4-FFF2-40B4-BE49-F238E27FC236}">
                    <a16:creationId xmlns:a16="http://schemas.microsoft.com/office/drawing/2014/main" id="{9B3D9738-06D1-57EE-5987-61242EC3B2F1}"/>
                  </a:ext>
                </a:extLst>
              </p:cNvPr>
              <p:cNvSpPr/>
              <p:nvPr/>
            </p:nvSpPr>
            <p:spPr>
              <a:xfrm>
                <a:off x="0" y="4935091"/>
                <a:ext cx="1711911" cy="1922909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 dirty="0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  <p:sp>
            <p:nvSpPr>
              <p:cNvPr id="51" name="Freeform 3">
                <a:extLst>
                  <a:ext uri="{FF2B5EF4-FFF2-40B4-BE49-F238E27FC236}">
                    <a16:creationId xmlns:a16="http://schemas.microsoft.com/office/drawing/2014/main" id="{3F197982-A830-EAF7-1C2F-DB5F198E1F74}"/>
                  </a:ext>
                </a:extLst>
              </p:cNvPr>
              <p:cNvSpPr/>
              <p:nvPr/>
            </p:nvSpPr>
            <p:spPr>
              <a:xfrm>
                <a:off x="0" y="5533970"/>
                <a:ext cx="1178746" cy="1324030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</p:grpSp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ED7E6A6F-BCC7-2F93-8B0C-4B38B50A5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1648" y="-106016"/>
              <a:ext cx="1285488" cy="1285488"/>
            </a:xfrm>
            <a:prstGeom prst="rect">
              <a:avLst/>
            </a:prstGeom>
          </p:spPr>
        </p:pic>
      </p:grpSp>
      <p:sp>
        <p:nvSpPr>
          <p:cNvPr id="16" name="Título 6">
            <a:extLst>
              <a:ext uri="{FF2B5EF4-FFF2-40B4-BE49-F238E27FC236}">
                <a16:creationId xmlns:a16="http://schemas.microsoft.com/office/drawing/2014/main" id="{29814C1A-CD23-A77C-E345-8302809F9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47" y="558804"/>
            <a:ext cx="9333607" cy="717077"/>
          </a:xfrm>
        </p:spPr>
        <p:txBody>
          <a:bodyPr/>
          <a:lstStyle/>
          <a:p>
            <a:pPr algn="l"/>
            <a:r>
              <a:rPr lang="es-ES" sz="3200" dirty="0"/>
              <a:t>RECOMENDACIONES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7A8BD4E-30F5-8FC3-C884-846EFC7D2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022" y="1825082"/>
            <a:ext cx="12400355" cy="587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473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7B877-8087-251A-21D9-8C71BCBF0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E72E6E8-4333-FAE6-F2C0-A5D11105D065}"/>
              </a:ext>
            </a:extLst>
          </p:cNvPr>
          <p:cNvSpPr/>
          <p:nvPr/>
        </p:nvSpPr>
        <p:spPr>
          <a:xfrm>
            <a:off x="12223482" y="7828328"/>
            <a:ext cx="82296" cy="2468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2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BD67F70F-8A4B-4F51-3060-ADCEEA24F636}"/>
              </a:ext>
            </a:extLst>
          </p:cNvPr>
          <p:cNvGrpSpPr/>
          <p:nvPr/>
        </p:nvGrpSpPr>
        <p:grpSpPr>
          <a:xfrm>
            <a:off x="-49132" y="-159975"/>
            <a:ext cx="1591544" cy="1857838"/>
            <a:chOff x="1481648" y="-106016"/>
            <a:chExt cx="1326287" cy="1548198"/>
          </a:xfrm>
        </p:grpSpPr>
        <p:grpSp>
          <p:nvGrpSpPr>
            <p:cNvPr id="49" name="Group 3">
              <a:extLst>
                <a:ext uri="{FF2B5EF4-FFF2-40B4-BE49-F238E27FC236}">
                  <a16:creationId xmlns:a16="http://schemas.microsoft.com/office/drawing/2014/main" id="{E66B47E8-E9C4-9FEF-E36D-14240ECA4970}"/>
                </a:ext>
              </a:extLst>
            </p:cNvPr>
            <p:cNvGrpSpPr/>
            <p:nvPr/>
          </p:nvGrpSpPr>
          <p:grpSpPr>
            <a:xfrm flipV="1">
              <a:off x="1524002" y="0"/>
              <a:ext cx="1283933" cy="1442182"/>
              <a:chOff x="0" y="4935091"/>
              <a:chExt cx="1711911" cy="1922909"/>
            </a:xfrm>
            <a:solidFill>
              <a:srgbClr val="1BB9DE"/>
            </a:solidFill>
          </p:grpSpPr>
          <p:sp>
            <p:nvSpPr>
              <p:cNvPr id="50" name="Freeform 3">
                <a:extLst>
                  <a:ext uri="{FF2B5EF4-FFF2-40B4-BE49-F238E27FC236}">
                    <a16:creationId xmlns:a16="http://schemas.microsoft.com/office/drawing/2014/main" id="{18D1BD72-0020-3C74-A2C9-82A572295B02}"/>
                  </a:ext>
                </a:extLst>
              </p:cNvPr>
              <p:cNvSpPr/>
              <p:nvPr/>
            </p:nvSpPr>
            <p:spPr>
              <a:xfrm>
                <a:off x="0" y="4935091"/>
                <a:ext cx="1711911" cy="1922909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 dirty="0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  <p:sp>
            <p:nvSpPr>
              <p:cNvPr id="51" name="Freeform 3">
                <a:extLst>
                  <a:ext uri="{FF2B5EF4-FFF2-40B4-BE49-F238E27FC236}">
                    <a16:creationId xmlns:a16="http://schemas.microsoft.com/office/drawing/2014/main" id="{CC2B5600-43BF-8882-FE5F-126494682C49}"/>
                  </a:ext>
                </a:extLst>
              </p:cNvPr>
              <p:cNvSpPr/>
              <p:nvPr/>
            </p:nvSpPr>
            <p:spPr>
              <a:xfrm>
                <a:off x="0" y="5533970"/>
                <a:ext cx="1178746" cy="1324030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</p:grpSp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3EDD96F9-05FF-3B98-C1DC-3A3AF4882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1648" y="-106016"/>
              <a:ext cx="1285488" cy="1285488"/>
            </a:xfrm>
            <a:prstGeom prst="rect">
              <a:avLst/>
            </a:prstGeom>
          </p:spPr>
        </p:pic>
      </p:grpSp>
      <p:sp>
        <p:nvSpPr>
          <p:cNvPr id="16" name="Título 6">
            <a:extLst>
              <a:ext uri="{FF2B5EF4-FFF2-40B4-BE49-F238E27FC236}">
                <a16:creationId xmlns:a16="http://schemas.microsoft.com/office/drawing/2014/main" id="{0917301F-9390-1AB3-6159-9AE8BB32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47" y="558804"/>
            <a:ext cx="9333607" cy="717077"/>
          </a:xfrm>
        </p:spPr>
        <p:txBody>
          <a:bodyPr/>
          <a:lstStyle/>
          <a:p>
            <a:pPr algn="l"/>
            <a:r>
              <a:rPr lang="es-ES" sz="3200" dirty="0"/>
              <a:t>TRABAJO FUTURO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082BCDD-2F19-D5F8-6D16-E72F2014E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95" y="1697863"/>
            <a:ext cx="13518409" cy="627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463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0C128-BBF7-27B8-B1EF-E47F08880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9238731-B2D0-F1BE-6E64-AA3DB388E380}"/>
              </a:ext>
            </a:extLst>
          </p:cNvPr>
          <p:cNvSpPr/>
          <p:nvPr/>
        </p:nvSpPr>
        <p:spPr>
          <a:xfrm>
            <a:off x="12223482" y="7828328"/>
            <a:ext cx="82296" cy="2468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62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AE098F72-D9E6-4D06-E22C-4CD5523B4752}"/>
              </a:ext>
            </a:extLst>
          </p:cNvPr>
          <p:cNvGrpSpPr/>
          <p:nvPr/>
        </p:nvGrpSpPr>
        <p:grpSpPr>
          <a:xfrm>
            <a:off x="-49132" y="-159975"/>
            <a:ext cx="1591544" cy="1857838"/>
            <a:chOff x="1481648" y="-106016"/>
            <a:chExt cx="1326287" cy="1548198"/>
          </a:xfrm>
        </p:grpSpPr>
        <p:grpSp>
          <p:nvGrpSpPr>
            <p:cNvPr id="49" name="Group 3">
              <a:extLst>
                <a:ext uri="{FF2B5EF4-FFF2-40B4-BE49-F238E27FC236}">
                  <a16:creationId xmlns:a16="http://schemas.microsoft.com/office/drawing/2014/main" id="{0045EF62-B154-C4A5-DD49-EB911EEE48EA}"/>
                </a:ext>
              </a:extLst>
            </p:cNvPr>
            <p:cNvGrpSpPr/>
            <p:nvPr/>
          </p:nvGrpSpPr>
          <p:grpSpPr>
            <a:xfrm flipV="1">
              <a:off x="1524002" y="0"/>
              <a:ext cx="1283933" cy="1442182"/>
              <a:chOff x="0" y="4935091"/>
              <a:chExt cx="1711911" cy="1922909"/>
            </a:xfrm>
            <a:solidFill>
              <a:srgbClr val="1BB9DE"/>
            </a:solidFill>
          </p:grpSpPr>
          <p:sp>
            <p:nvSpPr>
              <p:cNvPr id="50" name="Freeform 3">
                <a:extLst>
                  <a:ext uri="{FF2B5EF4-FFF2-40B4-BE49-F238E27FC236}">
                    <a16:creationId xmlns:a16="http://schemas.microsoft.com/office/drawing/2014/main" id="{19BAA29A-0691-E80A-BA64-E9C42F7339D1}"/>
                  </a:ext>
                </a:extLst>
              </p:cNvPr>
              <p:cNvSpPr/>
              <p:nvPr/>
            </p:nvSpPr>
            <p:spPr>
              <a:xfrm>
                <a:off x="0" y="4935091"/>
                <a:ext cx="1711911" cy="1922909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 dirty="0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  <p:sp>
            <p:nvSpPr>
              <p:cNvPr id="51" name="Freeform 3">
                <a:extLst>
                  <a:ext uri="{FF2B5EF4-FFF2-40B4-BE49-F238E27FC236}">
                    <a16:creationId xmlns:a16="http://schemas.microsoft.com/office/drawing/2014/main" id="{6219490C-0BA5-67A1-5EC4-D2CA013CB4BA}"/>
                  </a:ext>
                </a:extLst>
              </p:cNvPr>
              <p:cNvSpPr/>
              <p:nvPr/>
            </p:nvSpPr>
            <p:spPr>
              <a:xfrm>
                <a:off x="0" y="5533970"/>
                <a:ext cx="1178746" cy="1324030"/>
              </a:xfrm>
              <a:custGeom>
                <a:avLst/>
                <a:gdLst>
                  <a:gd name="connsiteX0" fmla="*/ 1 w 1178746"/>
                  <a:gd name="connsiteY0" fmla="*/ 0 h 1324030"/>
                  <a:gd name="connsiteX1" fmla="*/ 124446 w 1178746"/>
                  <a:gd name="connsiteY1" fmla="*/ 29113 h 1324030"/>
                  <a:gd name="connsiteX2" fmla="*/ 1024435 w 1178746"/>
                  <a:gd name="connsiteY2" fmla="*/ 479000 h 1324030"/>
                  <a:gd name="connsiteX3" fmla="*/ 1178746 w 1178746"/>
                  <a:gd name="connsiteY3" fmla="*/ 728826 h 1324030"/>
                  <a:gd name="connsiteX4" fmla="*/ 1178746 w 1178746"/>
                  <a:gd name="connsiteY4" fmla="*/ 1231029 h 1324030"/>
                  <a:gd name="connsiteX5" fmla="*/ 1178746 w 1178746"/>
                  <a:gd name="connsiteY5" fmla="*/ 1324030 h 1324030"/>
                  <a:gd name="connsiteX6" fmla="*/ 0 w 1178746"/>
                  <a:gd name="connsiteY6" fmla="*/ 1324030 h 1324030"/>
                  <a:gd name="connsiteX7" fmla="*/ 0 w 1178746"/>
                  <a:gd name="connsiteY7" fmla="*/ 0 h 1324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78746" h="1324030">
                    <a:moveTo>
                      <a:pt x="1" y="0"/>
                    </a:moveTo>
                    <a:cubicBezTo>
                      <a:pt x="42562" y="0"/>
                      <a:pt x="85122" y="9704"/>
                      <a:pt x="124446" y="29113"/>
                    </a:cubicBezTo>
                    <a:cubicBezTo>
                      <a:pt x="124446" y="29113"/>
                      <a:pt x="124446" y="29113"/>
                      <a:pt x="1024435" y="479000"/>
                    </a:cubicBezTo>
                    <a:cubicBezTo>
                      <a:pt x="1119013" y="526776"/>
                      <a:pt x="1178746" y="623322"/>
                      <a:pt x="1178746" y="728826"/>
                    </a:cubicBezTo>
                    <a:cubicBezTo>
                      <a:pt x="1178746" y="728826"/>
                      <a:pt x="1178746" y="728826"/>
                      <a:pt x="1178746" y="1231029"/>
                    </a:cubicBezTo>
                    <a:lnTo>
                      <a:pt x="1178746" y="1324030"/>
                    </a:lnTo>
                    <a:lnTo>
                      <a:pt x="0" y="1324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864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Gotham Bold" panose="02000803030000020004" pitchFamily="2" charset="0"/>
                </a:endParaRPr>
              </a:p>
            </p:txBody>
          </p:sp>
        </p:grpSp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12E9A234-7018-91F5-5CDE-E03C74499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1648" y="-106016"/>
              <a:ext cx="1285488" cy="1285488"/>
            </a:xfrm>
            <a:prstGeom prst="rect">
              <a:avLst/>
            </a:prstGeom>
          </p:spPr>
        </p:pic>
      </p:grpSp>
      <p:sp>
        <p:nvSpPr>
          <p:cNvPr id="3" name="Text 3">
            <a:extLst>
              <a:ext uri="{FF2B5EF4-FFF2-40B4-BE49-F238E27FC236}">
                <a16:creationId xmlns:a16="http://schemas.microsoft.com/office/drawing/2014/main" id="{0F70543F-DB22-40EC-848F-C94FE2FC4A60}"/>
              </a:ext>
            </a:extLst>
          </p:cNvPr>
          <p:cNvSpPr/>
          <p:nvPr/>
        </p:nvSpPr>
        <p:spPr>
          <a:xfrm>
            <a:off x="3958683" y="3434576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1BB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660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E91E18C-B0B3-81BB-EBCA-09A3F5BE2FFD}"/>
              </a:ext>
            </a:extLst>
          </p:cNvPr>
          <p:cNvSpPr/>
          <p:nvPr/>
        </p:nvSpPr>
        <p:spPr>
          <a:xfrm>
            <a:off x="4644483" y="4736035"/>
            <a:ext cx="5029200" cy="54864"/>
          </a:xfrm>
          <a:prstGeom prst="rect">
            <a:avLst/>
          </a:prstGeom>
          <a:solidFill>
            <a:srgbClr val="1BB9DE"/>
          </a:solidFill>
          <a:ln w="12700">
            <a:solidFill>
              <a:srgbClr val="1BB9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360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1720</TotalTime>
  <Words>110</Words>
  <Application>Microsoft Office PowerPoint</Application>
  <PresentationFormat>Personalizado</PresentationFormat>
  <Paragraphs>24</Paragraphs>
  <Slides>16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Gotham Bold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CONTEXTO DEL PROBLEMA </vt:lpstr>
      <vt:lpstr>OBJETIVO DE LA INVESTIGACIÓN </vt:lpstr>
      <vt:lpstr>JUSTIFICACIÓN</vt:lpstr>
      <vt:lpstr>MARCO TEÓRICO — FUNDAMENTOS TECNOLÓGICOS</vt:lpstr>
      <vt:lpstr>ARQUITECTURA DEL SISTEMA — TOPOLOGÍA DE RED</vt:lpstr>
      <vt:lpstr>DESARROLLO DE LA SOLUCIÓN TECNOLÓGICA</vt:lpstr>
      <vt:lpstr>RESULTADOS — MÉTRICAS TÉCNICAS DE QOS</vt:lpstr>
      <vt:lpstr>RESULTADOS — EXPERIENCIA DE USUSARIO (QoE)</vt:lpstr>
      <vt:lpstr>CONCLUSIONES</vt:lpstr>
      <vt:lpstr>RECOMENDACIONES</vt:lpstr>
      <vt:lpstr>TRABAJO FUTURO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Nicole Calvas</cp:lastModifiedBy>
  <cp:revision>46</cp:revision>
  <dcterms:created xsi:type="dcterms:W3CDTF">2023-10-13T22:26:15Z</dcterms:created>
  <dcterms:modified xsi:type="dcterms:W3CDTF">2026-03-07T00:30:11Z</dcterms:modified>
</cp:coreProperties>
</file>